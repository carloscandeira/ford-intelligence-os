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3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743200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competitiva + Retencao de clientes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mercado automotivo brasileiro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Ford x Universidade 2026  |  Carlos Candeira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F9315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9315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fragmentados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Especificacoes de concorrentes espalhadas em dezenas de sites, sem padronizacao ou atualizacao automatica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54864" cy="3200400"/>
          </a:xfrm>
          <a:prstGeom prst="rect">
            <a:avLst/>
          </a:prstGeom>
          <a:solidFill>
            <a:srgbClr val="F93154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71600"/>
            <a:ext cx="457200" cy="457200"/>
          </a:xfrm>
          <a:prstGeom prst="ellipse">
            <a:avLst/>
          </a:prstGeom>
          <a:solidFill>
            <a:srgbClr val="F93154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invisivel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Ford com alto risco de abandono nao sao identificados ate que ja tenham migrado para concorrentes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54864" cy="3200400"/>
          </a:xfrm>
          <a:prstGeom prst="rect">
            <a:avLst/>
          </a:prstGeom>
          <a:solidFill>
            <a:srgbClr val="F9315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371600"/>
            <a:ext cx="457200" cy="457200"/>
          </a:xfrm>
          <a:prstGeom prst="ellipse">
            <a:avLst/>
          </a:prstGeom>
          <a:solidFill>
            <a:srgbClr val="F9315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Retencao generica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retencao nao usam diferenciais competitivos reais — perdem poder de convencimento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publicos em vantagem competitiva E retencao ativa?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SOLUCAO — ARQUITETURA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Competitivo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dinamico 2 etapas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modelos atuais automaticamente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EAV (PostgreSQL)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em linguagem natural (NL-to-SQL)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tecnica comparativa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097280"/>
            <a:ext cx="3657600" cy="548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Retencao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scoring 0-100 (5 regras)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testes automatizados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LGPD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WhatsApp personalizados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pass (guardrail anti-alucinacao)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4572000"/>
            <a:ext cx="3657600" cy="45720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  —  JOIN vehicle_spec + retention_vehicles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1 — SCRAPER DINAMICO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0" cy="10515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0972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catalogo oficial de cada marca e descobre TODOS os modelos atuais via regex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280160" cy="10515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3317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modelo, extrai specs (potencia, torque, motor, preco...) da pagina do veiculo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1280160" cy="10515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5661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precos reais de concessionarias via webmotors.com.br, icarros.com.br e mobiauto.com.br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920240" cy="77724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cobertas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4206240"/>
            <a:ext cx="1920240" cy="77724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27+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65176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descobertos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206240"/>
            <a:ext cx="1920240" cy="77724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4632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coletadas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4206240"/>
            <a:ext cx="1920240" cy="77724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4088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Precos concessionaria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1 — CONSULTA INTELIGENTE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NL-to-SQL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274320" cy="2743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pergunta em portugues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74320" cy="2743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(gpt-5.4-nano) gera 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274320" cy="2743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Sanitizador valida (apenas SELECT)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274320" cy="2743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no PostgreSQL (EAV)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com fonte +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EAV (Entity-Attribute-Value)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existem colunas potencia, torque, etc.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spec e uma LINHA: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86000"/>
          <a:ext cx="3474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unidade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potencia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59,4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kgfm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preco_sugerido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449.990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02920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de seguranca: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2920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sanitizer (bloqueia DDL/DML)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mercado = 'BR' obrigatorio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Rastreabilidade: fonte_url + extraido_em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2 — MOTOR DE RETENCAO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0" cy="594360"/>
          </a:xfrm>
          <a:prstGeom prst="rect">
            <a:avLst/>
          </a:prstGeom>
          <a:solidFill>
            <a:srgbClr val="F931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visita paga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005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 max risco. &gt;365 dias = 40pts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0" cy="594360"/>
          </a:xfrm>
          <a:prstGeom prst="rect">
            <a:avLst/>
          </a:prstGeom>
          <a:solidFill>
            <a:srgbClr val="FFA9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ultimo servico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737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Recall/garantia = 20pts (nunca pagou)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68880"/>
            <a:ext cx="731520" cy="594360"/>
          </a:xfrm>
          <a:prstGeom prst="rect">
            <a:avLst/>
          </a:prstGeom>
          <a:solidFill>
            <a:srgbClr val="FFA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do veiculo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468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anos = 15pts (fora da garantia)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00400"/>
            <a:ext cx="731520" cy="594360"/>
          </a:xfrm>
          <a:prstGeom prst="rect">
            <a:avLst/>
          </a:prstGeom>
          <a:solidFill>
            <a:srgbClr val="FF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200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visitas pagas em 2 anos = 15pts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31920"/>
            <a:ext cx="731520" cy="594360"/>
          </a:xfrm>
          <a:prstGeom prst="rect">
            <a:avLst/>
          </a:prstGeom>
          <a:solidFill>
            <a:srgbClr val="FFA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proxima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931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de 10k/20k/40k km = 10pts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8229600" cy="548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0604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5488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LGPD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0372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&gt;70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3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PONTE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— conectando inteligencia a acao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554480" cy="1188720"/>
          </a:xfrm>
          <a:prstGeom prst="rect">
            <a:avLst/>
          </a:prstGeom>
          <a:solidFill>
            <a:srgbClr val="00B7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57400" y="1463040"/>
            <a:ext cx="1554480" cy="1188720"/>
          </a:xfrm>
          <a:prstGeom prst="rect">
            <a:avLst/>
          </a:prstGeom>
          <a:solidFill>
            <a:srgbClr val="FFA9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Veiculo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554480" cy="1188720"/>
          </a:xfrm>
          <a:prstGeom prst="rect">
            <a:avLst/>
          </a:prstGeom>
          <a:solidFill>
            <a:srgbClr val="00A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463040"/>
            <a:ext cx="1554480" cy="1188720"/>
          </a:xfrm>
          <a:prstGeom prst="rect">
            <a:avLst/>
          </a:prstGeom>
          <a:solidFill>
            <a:srgbClr val="1B4F9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1554480" cy="1188720"/>
          </a:xfrm>
          <a:prstGeom prst="rect">
            <a:avLst/>
          </a:prstGeom>
          <a:solidFill>
            <a:srgbClr val="00347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(Aprovado)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(Anti-alucinacao)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restritivo — LLM recebe apenas campos reais do veiculo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pass — compara TODOS os numeros do template vs dados de entrada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 humana obrigatoria antes de envio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numero nao bate com input, template e flaggado automaticamente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0604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43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(EAV)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0604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43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IA/LLM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GPT-5.4-nano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+ Templates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Regex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Playwright-stealth (WAF)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(97 testes)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regras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Streamlit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automatizado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&amp; DEMO AO VIVO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4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no banco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(atualizadas ao vivo)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3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cobertas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(VW, Toyota, Ford...)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passando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 green)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F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 query end-to-end)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 — 4 ABAS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137160" cy="2743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Inteligente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em portugues, receba specs com fonte verificavel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137160" cy="2743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Tecnica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611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Ranger vs Hilux vs Amarok lado a lado com graficos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137160" cy="2743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Retencao &amp; Churn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977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scores de risco, filtre por modelo, analise breakdown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343400"/>
            <a:ext cx="137160" cy="2743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343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template WhatsApp com guardrails anti-alucinacao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PROXIMOS PASSOS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5029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monitor de precos (alerta automatico)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todas as marcas do mercado BR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API Ford Developer Portal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06040" cy="502920"/>
          </a:xfrm>
          <a:prstGeom prst="rect">
            <a:avLst/>
          </a:prstGeom>
          <a:solidFill>
            <a:srgbClr val="1B4F9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PRAZO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 churn scoring (substituir regras)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WhatsApp Business API real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regional (concessionarias)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06040" cy="5029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de demanda por modelo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Personalizacao por perfil do cliente (CLV)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Expansao para mercados LATAM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3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Candeira  |  github.com/carloscandeira/ford-intelligence-os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Ford Intelligence OS — Desafio Ford x Universidade 2026</dc:title>
  <dc:subject>PptxGenJS Presentation</dc:subject>
  <dc:creator>Carlos Candeira</dc:creator>
  <cp:lastModifiedBy>Carlos Candeira</cp:lastModifiedBy>
  <cp:revision>1</cp:revision>
  <dcterms:created xsi:type="dcterms:W3CDTF">2026-04-02T01:07:52Z</dcterms:created>
  <dcterms:modified xsi:type="dcterms:W3CDTF">2026-04-02T01:07:52Z</dcterms:modified>
</cp:coreProperties>
</file>